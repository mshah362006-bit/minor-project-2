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 Basket Analysis Using Apriori Algorithm on Online Retail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Minor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Market Basket Analysis (MBA)</a:t>
            </a:r>
          </a:p>
          <a:p>
            <a:r>
              <a:t>• Retail analytics technique</a:t>
            </a:r>
          </a:p>
          <a:p>
            <a:r>
              <a:t>• Identifies products bought together</a:t>
            </a:r>
          </a:p>
          <a:p>
            <a:r>
              <a:t>• Supports recommendation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frequent itemsets</a:t>
            </a:r>
          </a:p>
          <a:p>
            <a:r>
              <a:t>• Generate association rules</a:t>
            </a:r>
          </a:p>
          <a:p>
            <a:r>
              <a:t>• Analyze customer buying patterns</a:t>
            </a:r>
          </a:p>
          <a:p>
            <a:r>
              <a:t>• Provide business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Online Retail Dataset</a:t>
            </a:r>
          </a:p>
          <a:p>
            <a:r>
              <a:t>• 541,909 records</a:t>
            </a:r>
          </a:p>
          <a:p>
            <a:r>
              <a:t>• 8 attributes</a:t>
            </a:r>
          </a:p>
          <a:p>
            <a:r>
              <a:t>• UK-based online retailer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Removed cancelled transactions</a:t>
            </a:r>
          </a:p>
          <a:p>
            <a:r>
              <a:t>• Removed missing descriptions</a:t>
            </a:r>
          </a:p>
          <a:p>
            <a:r>
              <a:t>• Removed negative quantities</a:t>
            </a:r>
          </a:p>
          <a:p>
            <a:r>
              <a:t>• Created basket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Apriori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Frequent itemset mining</a:t>
            </a:r>
          </a:p>
          <a:p>
            <a:r>
              <a:t>• Minimum support = 2%</a:t>
            </a:r>
          </a:p>
          <a:p>
            <a:r>
              <a:t>• Association rule generation</a:t>
            </a:r>
          </a:p>
          <a:p>
            <a:r>
              <a:t>• Implemented using MLxtend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Basket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Transactions: 20,136</a:t>
            </a:r>
          </a:p>
          <a:p>
            <a:r>
              <a:t>• Products: 4,077</a:t>
            </a:r>
          </a:p>
          <a:p>
            <a:r>
              <a:t>• Products analyzed: 200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Frequent Itemsets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Generated 16 frequent itemsets</a:t>
            </a:r>
          </a:p>
          <a:p>
            <a:r>
              <a:t>• Identified commonly purchased products</a:t>
            </a:r>
          </a:p>
          <a:p>
            <a:r>
              <a:t>• Insert screenshot from Colab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Confidence, Support, Lift</a:t>
            </a:r>
          </a:p>
          <a:p>
            <a:r>
              <a:t>• Strong relationships among alarm clock products</a:t>
            </a:r>
          </a:p>
          <a:p>
            <a:r>
              <a:t>• Insert rules screenshot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 Frequent Itemsets Chart</a:t>
            </a:r>
          </a:p>
          <a:p>
            <a:r>
              <a:t>• Top Association Rules by Lift</a:t>
            </a:r>
          </a:p>
          <a:p>
            <a:r>
              <a:t>• Insert charts from Colab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 product associations found</a:t>
            </a:r>
          </a:p>
          <a:p>
            <a:r>
              <a:t>• Bundle related products</a:t>
            </a:r>
          </a:p>
          <a:p>
            <a:r>
              <a:t>• Improve cross-selling</a:t>
            </a:r>
          </a:p>
          <a:p>
            <a:r>
              <a:t>• Recommendation engine opportunities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MBA successfully performed</a:t>
            </a:r>
          </a:p>
          <a:p>
            <a:r>
              <a:t>• Valuable retail insights generated</a:t>
            </a:r>
          </a:p>
          <a:p>
            <a:r>
              <a:t>• Supports business decision-making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